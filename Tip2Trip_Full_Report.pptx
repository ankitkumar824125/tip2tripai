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7803D"/>
                </a:solidFill>
                <a:latin typeface="Arial"/>
              </a:defRPr>
            </a:pPr>
            <a:r>
              <a:t>Tip2Trip AI Travel Planner</a:t>
            </a:r>
          </a:p>
          <a:p>
            <a:pPr algn="ctr">
              <a:defRPr sz="2200">
                <a:solidFill>
                  <a:srgbClr val="0F172A"/>
                </a:solidFill>
                <a:latin typeface="Arial"/>
              </a:defRPr>
            </a:pPr>
            <a:r>
              <a:t>Four-Week Internship &amp; Progress Report</a:t>
            </a:r>
          </a:p>
          <a:p>
            <a:pPr algn="ctr">
              <a:defRPr sz="1600" b="1">
                <a:solidFill>
                  <a:srgbClr val="DC2626"/>
                </a:solidFill>
                <a:latin typeface="Arial"/>
              </a:defRPr>
            </a:pPr>
            <a:r>
              <a:t>Comprehensive Summary: Weeks 01 to 04</a:t>
            </a:r>
          </a:p>
          <a:p>
            <a:br/>
            <a:pPr algn="ctr">
              <a:defRPr sz="1200" i="1">
                <a:solidFill>
                  <a:srgbClr val="64748B"/>
                </a:solidFill>
                <a:latin typeface="Arial"/>
              </a:defRPr>
            </a:pPr>
            <a:r>
              <a:t>Prepared for: Internship Evaluation / Faculty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803D"/>
                </a:solidFill>
                <a:latin typeface="Arial"/>
              </a:defRPr>
            </a:pPr>
            <a:r>
              <a:t>Week 01: Project Goals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Project Vision: </a:t>
            </a:r>
            <a:r>
              <a:rPr sz="1500">
                <a:solidFill>
                  <a:srgbClr val="64748B"/>
                </a:solidFill>
                <a:latin typeface="Arial"/>
              </a:rPr>
              <a:t>Understood the core platform objective to provide seamless AI itineraries, travel buddies finder, and expense splitting.</a:t>
            </a:r>
            <a:r>
              <a:rPr sz="1200" i="1">
                <a:solidFill>
                  <a:srgbClr val="17803D"/>
                </a:solidFill>
                <a:latin typeface="Courier New"/>
              </a:rPr>
              <a:t>
  (File: App.jsx)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Workflow Analysis: </a:t>
            </a:r>
            <a:r>
              <a:rPr sz="1500">
                <a:solidFill>
                  <a:srgbClr val="64748B"/>
                </a:solidFill>
                <a:latin typeface="Arial"/>
              </a:rPr>
              <a:t>Analyzed the end-to-end traveler workflow: Hero Search -&gt; Feature Grid -&gt; Buddy Match -&gt; Timeline Dashboard.</a:t>
            </a:r>
            <a:r>
              <a:rPr sz="1200" i="1">
                <a:solidFill>
                  <a:srgbClr val="17803D"/>
                </a:solidFill>
                <a:latin typeface="Courier New"/>
              </a:rPr>
              <a:t>
  (File: src/components/)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Routing Architecture: </a:t>
            </a:r>
            <a:r>
              <a:rPr sz="1500">
                <a:solidFill>
                  <a:srgbClr val="64748B"/>
                </a:solidFill>
                <a:latin typeface="Arial"/>
              </a:rPr>
              <a:t>Mapped the component navigation structure, tracking page visibility across conditional routes.</a:t>
            </a:r>
            <a:r>
              <a:rPr sz="1200" i="1">
                <a:solidFill>
                  <a:srgbClr val="17803D"/>
                </a:solidFill>
                <a:latin typeface="Courier New"/>
              </a:rPr>
              <a:t>
  (File: Navbar.jsx &amp; App.jsx)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803D"/>
                </a:solidFill>
                <a:latin typeface="Arial"/>
              </a:defRPr>
            </a:pPr>
            <a:r>
              <a:t>Week 01: Technical Structure &amp; Dev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Frontend &amp; Backend split: </a:t>
            </a:r>
            <a:r>
              <a:rPr sz="1500">
                <a:solidFill>
                  <a:srgbClr val="64748B"/>
                </a:solidFill>
                <a:latin typeface="Arial"/>
              </a:rPr>
              <a:t>Modular React component setup located in src/components/ coupled with Express Node backend index.js.</a:t>
            </a:r>
            <a:r>
              <a:rPr sz="1200" i="1">
                <a:solidFill>
                  <a:srgbClr val="17803D"/>
                </a:solidFill>
                <a:latin typeface="Courier New"/>
              </a:rPr>
              <a:t>
  (File: src/ &amp; server/)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Data Store: </a:t>
            </a:r>
            <a:r>
              <a:rPr sz="1500">
                <a:solidFill>
                  <a:srgbClr val="64748B"/>
                </a:solidFill>
                <a:latin typeface="Arial"/>
              </a:rPr>
              <a:t>Local JSON-based mockup database used for data persistence of trips, users, and community posts.</a:t>
            </a:r>
            <a:r>
              <a:rPr sz="1200" i="1">
                <a:solidFill>
                  <a:srgbClr val="17803D"/>
                </a:solidFill>
                <a:latin typeface="Courier New"/>
              </a:rPr>
              <a:t>
  (File: server/db.json)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Environment Setup: </a:t>
            </a:r>
            <a:r>
              <a:rPr sz="1500">
                <a:solidFill>
                  <a:srgbClr val="64748B"/>
                </a:solidFill>
                <a:latin typeface="Arial"/>
              </a:rPr>
              <a:t>Configured and ran Vite dev server on http://localhost:5173 and Express server on http://localhost:5000.</a:t>
            </a:r>
            <a:r>
              <a:rPr sz="1200" i="1">
                <a:solidFill>
                  <a:srgbClr val="17803D"/>
                </a:solidFill>
                <a:latin typeface="Courier New"/>
              </a:rPr>
              <a:t>
  (File: vite.config.js &amp; package.json)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803D"/>
                </a:solidFill>
                <a:latin typeface="Arial"/>
              </a:defRPr>
            </a:pPr>
            <a:r>
              <a:t>Week 02: Routing &amp; Component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State-based Routing: </a:t>
            </a:r>
            <a:r>
              <a:rPr sz="1500">
                <a:solidFill>
                  <a:srgbClr val="64748B"/>
                </a:solidFill>
                <a:latin typeface="Arial"/>
              </a:rPr>
              <a:t>Used react state variables to transition between views (home, profile, signup, login) smoothly.</a:t>
            </a:r>
            <a:r>
              <a:rPr sz="1200" i="1">
                <a:solidFill>
                  <a:srgbClr val="17803D"/>
                </a:solidFill>
                <a:latin typeface="Courier New"/>
              </a:rPr>
              <a:t>
  (File: App.jsx)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Route Protection: </a:t>
            </a:r>
            <a:r>
              <a:rPr sz="1500">
                <a:solidFill>
                  <a:srgbClr val="64748B"/>
                </a:solidFill>
                <a:latin typeface="Arial"/>
              </a:rPr>
              <a:t>Implemented auth-guards that automatically intercept unauthenticated requests and redirect users to login.</a:t>
            </a:r>
            <a:r>
              <a:rPr sz="1200" i="1">
                <a:solidFill>
                  <a:srgbClr val="17803D"/>
                </a:solidFill>
                <a:latin typeface="Courier New"/>
              </a:rPr>
              <a:t>
  (File: App.jsx)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Dynamic Transitions: </a:t>
            </a:r>
            <a:r>
              <a:rPr sz="1500">
                <a:solidFill>
                  <a:srgbClr val="64748B"/>
                </a:solidFill>
                <a:latin typeface="Arial"/>
              </a:rPr>
              <a:t>Managed transitions and visual feedback overlays during screen updates.</a:t>
            </a:r>
            <a:r>
              <a:rPr sz="1200" i="1">
                <a:solidFill>
                  <a:srgbClr val="17803D"/>
                </a:solidFill>
                <a:latin typeface="Courier New"/>
              </a:rPr>
              <a:t>
  (File: App.jsx)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803D"/>
                </a:solidFill>
                <a:latin typeface="Arial"/>
              </a:defRPr>
            </a:pPr>
            <a:r>
              <a:t>Week 02: Navbar Customization &amp; Brand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Conditional Menu Items: </a:t>
            </a:r>
            <a:r>
              <a:rPr sz="1500">
                <a:solidFill>
                  <a:srgbClr val="64748B"/>
                </a:solidFill>
                <a:latin typeface="Arial"/>
              </a:rPr>
              <a:t>Modified menus to display customized items (Avatar, Profile, Sign Out) only when user is logged in.</a:t>
            </a:r>
            <a:r>
              <a:rPr sz="1200" i="1">
                <a:solidFill>
                  <a:srgbClr val="17803D"/>
                </a:solidFill>
                <a:latin typeface="Courier New"/>
              </a:rPr>
              <a:t>
  (File: src/components/Navbar.jsx)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Navigation Callback: </a:t>
            </a:r>
            <a:r>
              <a:rPr sz="1500">
                <a:solidFill>
                  <a:srgbClr val="64748B"/>
                </a:solidFill>
                <a:latin typeface="Arial"/>
              </a:rPr>
              <a:t>Bound the onNavigate event listener to trigger currentPage updates in the parent component.</a:t>
            </a:r>
            <a:r>
              <a:rPr sz="1200" i="1">
                <a:solidFill>
                  <a:srgbClr val="17803D"/>
                </a:solidFill>
                <a:latin typeface="Courier New"/>
              </a:rPr>
              <a:t>
  (File: src/components/Navbar.jsx)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Branding Icons: </a:t>
            </a:r>
            <a:r>
              <a:rPr sz="1500">
                <a:solidFill>
                  <a:srgbClr val="64748B"/>
                </a:solidFill>
                <a:latin typeface="Arial"/>
              </a:rPr>
              <a:t>Updated brand assets, including the compass logo icon and custom text alignments.</a:t>
            </a:r>
            <a:r>
              <a:rPr sz="1200" i="1">
                <a:solidFill>
                  <a:srgbClr val="17803D"/>
                </a:solidFill>
                <a:latin typeface="Courier New"/>
              </a:rPr>
              <a:t>
  (File: src/components/Navbar.jsx)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803D"/>
                </a:solidFill>
                <a:latin typeface="Arial"/>
              </a:defRPr>
            </a:pPr>
            <a:r>
              <a:t>Week 03: Landing Page Modules &amp; Layout updates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Hero Search Widget: </a:t>
            </a:r>
            <a:r>
              <a:rPr sz="1500">
                <a:solidFill>
                  <a:srgbClr val="64748B"/>
                </a:solidFill>
                <a:latin typeface="Arial"/>
              </a:rPr>
              <a:t>Updated search input fields, incorporating destination name fields, date selectors, and budget type filters.</a:t>
            </a:r>
            <a:r>
              <a:rPr sz="1200" i="1">
                <a:solidFill>
                  <a:srgbClr val="17803D"/>
                </a:solidFill>
                <a:latin typeface="Courier New"/>
              </a:rPr>
              <a:t>
  (File: src/components/Hero.jsx)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Features Grid Layout: </a:t>
            </a:r>
            <a:r>
              <a:rPr sz="1500">
                <a:solidFill>
                  <a:srgbClr val="64748B"/>
                </a:solidFill>
                <a:latin typeface="Arial"/>
              </a:rPr>
              <a:t>Refactored the capabilities list into grid-based styled cards presenting the main visual benefits.</a:t>
            </a:r>
            <a:r>
              <a:rPr sz="1200" i="1">
                <a:solidFill>
                  <a:srgbClr val="17803D"/>
                </a:solidFill>
                <a:latin typeface="Courier New"/>
              </a:rPr>
              <a:t>
  (File: src/components/Features.jsx)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Stepper Roadmap: </a:t>
            </a:r>
            <a:r>
              <a:rPr sz="1500">
                <a:solidFill>
                  <a:srgbClr val="64748B"/>
                </a:solidFill>
                <a:latin typeface="Arial"/>
              </a:rPr>
              <a:t>Improved visual timeline walkthrough indicators (Select, Personalize, Connect) to guide first-time travelers.</a:t>
            </a:r>
            <a:r>
              <a:rPr sz="1200" i="1">
                <a:solidFill>
                  <a:srgbClr val="17803D"/>
                </a:solidFill>
                <a:latin typeface="Courier New"/>
              </a:rPr>
              <a:t>
  (File: src/components/HowItWorks.jsx)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Responsive Alignments: </a:t>
            </a:r>
            <a:r>
              <a:rPr sz="1500">
                <a:solidFill>
                  <a:srgbClr val="64748B"/>
                </a:solidFill>
                <a:latin typeface="Arial"/>
              </a:rPr>
              <a:t>Refactored grid mappings and flex arrangements to ensure complete alignment on mobile, tablet, and widescreen layouts.</a:t>
            </a:r>
            <a:r>
              <a:rPr sz="1200" i="1">
                <a:solidFill>
                  <a:srgbClr val="17803D"/>
                </a:solidFill>
                <a:latin typeface="Courier New"/>
              </a:rPr>
              <a:t>
  (File: App.css)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803D"/>
                </a:solidFill>
                <a:latin typeface="Arial"/>
              </a:defRPr>
            </a:pPr>
            <a:r>
              <a:t>Week 04: Travel Buddy Vibe-Checker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User Profiles &amp; Cards: </a:t>
            </a:r>
            <a:r>
              <a:rPr sz="1500">
                <a:solidFill>
                  <a:srgbClr val="64748B"/>
                </a:solidFill>
                <a:latin typeface="Arial"/>
              </a:rPr>
              <a:t>Rendered traveler card components showing matching profiles, compatible match percentages, avatar status glows, and bio texts.</a:t>
            </a:r>
            <a:r>
              <a:rPr sz="1200" i="1">
                <a:solidFill>
                  <a:srgbClr val="17803D"/>
                </a:solidFill>
                <a:latin typeface="Courier New"/>
              </a:rPr>
              <a:t>
  (File: src/components/TravelBuddy.jsx)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Destination Filters: </a:t>
            </a:r>
            <a:r>
              <a:rPr sz="1500">
                <a:solidFill>
                  <a:srgbClr val="64748B"/>
                </a:solidFill>
                <a:latin typeface="Arial"/>
              </a:rPr>
              <a:t>Configured action buttons to filter matches dynamically by targeted locations or query strings.</a:t>
            </a:r>
            <a:r>
              <a:rPr sz="1200" i="1">
                <a:solidFill>
                  <a:srgbClr val="17803D"/>
                </a:solidFill>
                <a:latin typeface="Courier New"/>
              </a:rPr>
              <a:t>
  (File: src/components/TravelBuddy.jsx)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Like &amp; Connect Handles: </a:t>
            </a:r>
            <a:r>
              <a:rPr sz="1500">
                <a:solidFill>
                  <a:srgbClr val="64748B"/>
                </a:solidFill>
                <a:latin typeface="Arial"/>
              </a:rPr>
              <a:t>Integrated Express API callbacks (/api/buddies) to support persistent client state for liking or connecting with buddies.</a:t>
            </a:r>
            <a:r>
              <a:rPr sz="1200" i="1">
                <a:solidFill>
                  <a:srgbClr val="17803D"/>
                </a:solidFill>
                <a:latin typeface="Courier New"/>
              </a:rPr>
              <a:t>
  (File: src/components/TravelBuddy.jsx)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803D"/>
                </a:solidFill>
                <a:latin typeface="Arial"/>
              </a:defRPr>
            </a:pPr>
            <a:r>
              <a:t>Week 04: Community Broadcast Feed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Post Creator Card: </a:t>
            </a:r>
            <a:r>
              <a:rPr sz="1500">
                <a:solidFill>
                  <a:srgbClr val="64748B"/>
                </a:solidFill>
                <a:latin typeface="Arial"/>
              </a:rPr>
              <a:t>Created a broadcast card that lets users write updates, add a location tag, and submit them in real-time.</a:t>
            </a:r>
            <a:r>
              <a:rPr sz="1200" i="1">
                <a:solidFill>
                  <a:srgbClr val="17803D"/>
                </a:solidFill>
                <a:latin typeface="Courier New"/>
              </a:rPr>
              <a:t>
  (File: src/components/CommunityFeed.jsx)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Social Timelines: </a:t>
            </a:r>
            <a:r>
              <a:rPr sz="1500">
                <a:solidFill>
                  <a:srgbClr val="64748B"/>
                </a:solidFill>
                <a:latin typeface="Arial"/>
              </a:rPr>
              <a:t>Rendered interactive timeline posts, including user information tags, location identifiers, and attached custom media.</a:t>
            </a:r>
            <a:r>
              <a:rPr sz="1200" i="1">
                <a:solidFill>
                  <a:srgbClr val="17803D"/>
                </a:solidFill>
                <a:latin typeface="Courier New"/>
              </a:rPr>
              <a:t>
  (File: src/components/CommunityFeed.jsx)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Social Likes &amp; Feedback: </a:t>
            </a:r>
            <a:r>
              <a:rPr sz="1500">
                <a:solidFill>
                  <a:srgbClr val="64748B"/>
                </a:solidFill>
                <a:latin typeface="Arial"/>
              </a:rPr>
              <a:t>Wired REST API endpoints (/api/posts) to fetch updates, trigger like updates, and report comment metrics.</a:t>
            </a:r>
            <a:r>
              <a:rPr sz="1200" i="1">
                <a:solidFill>
                  <a:srgbClr val="17803D"/>
                </a:solidFill>
                <a:latin typeface="Courier New"/>
              </a:rPr>
              <a:t>
  (File: src/components/CommunityFeed.jsx)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803D"/>
                </a:solidFill>
                <a:latin typeface="Arial"/>
              </a:defRPr>
            </a:pPr>
            <a:r>
              <a:t>Tip2Trip: Key Takeaways &amp; Intern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Full Stack Connection: </a:t>
            </a:r>
            <a:r>
              <a:rPr sz="1500">
                <a:solidFill>
                  <a:srgbClr val="64748B"/>
                </a:solidFill>
                <a:latin typeface="Arial"/>
              </a:rPr>
              <a:t>Successfully created front-to-back connection, fetching assets asynchronously via REST APIs.</a:t>
            </a:r>
            <a:r>
              <a:rPr sz="1200" i="1">
                <a:solidFill>
                  <a:srgbClr val="17803D"/>
                </a:solidFill>
                <a:latin typeface="Courier New"/>
              </a:rPr>
              <a:t>
  (File: src/ &amp; server/)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Elegant Handling: </a:t>
            </a:r>
            <a:r>
              <a:rPr sz="1500">
                <a:solidFill>
                  <a:srgbClr val="64748B"/>
                </a:solidFill>
                <a:latin typeface="Arial"/>
              </a:rPr>
              <a:t>Implemented custom error catches in signup/login pages to protect against server/network issues.</a:t>
            </a:r>
            <a:r>
              <a:rPr sz="1200" i="1">
                <a:solidFill>
                  <a:srgbClr val="17803D"/>
                </a:solidFill>
                <a:latin typeface="Courier New"/>
              </a:rPr>
              <a:t>
  (File: Login.jsx &amp; Signup.jsx)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Visual Brand Value: </a:t>
            </a:r>
            <a:r>
              <a:rPr sz="1500">
                <a:solidFill>
                  <a:srgbClr val="64748B"/>
                </a:solidFill>
                <a:latin typeface="Arial"/>
              </a:rPr>
              <a:t>Established a premium dark/light mode layout using tailored glassmorphism design styles.</a:t>
            </a:r>
            <a:r>
              <a:rPr sz="1200" i="1">
                <a:solidFill>
                  <a:srgbClr val="17803D"/>
                </a:solidFill>
                <a:latin typeface="Courier New"/>
              </a:rPr>
              <a:t>
  (File: App.css)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